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A61B-6C28-4E5F-8183-F92C5C92C07B}" v="320" dt="2026-09-04T21:51:30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43078" y="1354756"/>
            <a:ext cx="5495415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000" b="1">
                <a:solidFill>
                  <a:srgbClr val="075A8A"/>
                </a:solidFill>
                <a:latin typeface="Aptos Display"/>
              </a:defRPr>
            </a:pPr>
            <a:r>
              <a:rPr dirty="0">
                <a:latin typeface="Book Antiqua"/>
              </a:rPr>
              <a:t>SPORTS ANALYTICS</a:t>
            </a:r>
            <a:endParaRPr lang="en-US">
              <a:latin typeface="Book Antiqu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31618" y="2252312"/>
            <a:ext cx="7478073" cy="4154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100">
                <a:solidFill>
                  <a:srgbClr val="168BEA"/>
                </a:solidFill>
                <a:latin typeface="Aptos"/>
              </a:defRPr>
            </a:pPr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Olympic Games — EDA, SQL Analysis &amp; Power BI Dashboard</a:t>
            </a:r>
            <a:endParaRPr lang="en-US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D63EF-88ED-9642-62B4-CB22707FF286}"/>
              </a:ext>
            </a:extLst>
          </p:cNvPr>
          <p:cNvSpPr txBox="1"/>
          <p:nvPr/>
        </p:nvSpPr>
        <p:spPr>
          <a:xfrm>
            <a:off x="3810254" y="3226010"/>
            <a:ext cx="457477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Times New Roman"/>
                <a:ea typeface="Calibri"/>
                <a:cs typeface="Times New Roman"/>
              </a:rPr>
              <a:t>Created By 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Zoya Farheen</a:t>
            </a:r>
            <a:br>
              <a:rPr lang="en-US" sz="3600" b="1" dirty="0">
                <a:latin typeface="Times New Roman"/>
                <a:ea typeface="Calibri"/>
                <a:cs typeface="Times New Roman"/>
              </a:rPr>
            </a:br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76C01-D031-5FD4-7422-D83278E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2072B3-F79B-97D2-255B-CC6F2FBBFE15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05A-2647-E34A-A3ED-86206E69ACDB}"/>
              </a:ext>
            </a:extLst>
          </p:cNvPr>
          <p:cNvSpPr txBox="1"/>
          <p:nvPr/>
        </p:nvSpPr>
        <p:spPr>
          <a:xfrm>
            <a:off x="640080" y="1234440"/>
            <a:ext cx="523374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SPORTS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015CE-8F8B-3D34-78F6-7DA3C2F2792F}"/>
              </a:ext>
            </a:extLst>
          </p:cNvPr>
          <p:cNvSpPr txBox="1"/>
          <p:nvPr/>
        </p:nvSpPr>
        <p:spPr>
          <a:xfrm>
            <a:off x="667512" y="2011680"/>
            <a:ext cx="7478073" cy="4154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100">
                <a:solidFill>
                  <a:srgbClr val="168BEA"/>
                </a:solidFill>
                <a:latin typeface="Aptos"/>
              </a:defRPr>
            </a:pPr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Olympic Games — EDA, SQL Analysis &amp; Power BI Dashboard</a:t>
            </a:r>
            <a:endParaRPr lang="en-US" b="1">
              <a:solidFill>
                <a:schemeClr val="accent1">
                  <a:lumMod val="60000"/>
                  <a:lumOff val="4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740FFE-FF68-BE94-BE36-5CBB6020DF23}"/>
              </a:ext>
            </a:extLst>
          </p:cNvPr>
          <p:cNvSpPr/>
          <p:nvPr/>
        </p:nvSpPr>
        <p:spPr>
          <a:xfrm>
            <a:off x="685800" y="2788920"/>
            <a:ext cx="108356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180D9-84A7-E541-33B8-FD67FB92CED1}"/>
              </a:ext>
            </a:extLst>
          </p:cNvPr>
          <p:cNvSpPr/>
          <p:nvPr/>
        </p:nvSpPr>
        <p:spPr>
          <a:xfrm>
            <a:off x="685800" y="2788920"/>
            <a:ext cx="73152" cy="242316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AA185-41BF-6E2A-05C1-DE862DD54E25}"/>
              </a:ext>
            </a:extLst>
          </p:cNvPr>
          <p:cNvSpPr txBox="1"/>
          <p:nvPr/>
        </p:nvSpPr>
        <p:spPr>
          <a:xfrm>
            <a:off x="914400" y="2926079"/>
            <a:ext cx="1989391" cy="3539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 dirty="0">
                <a:latin typeface="Times New Roman"/>
                <a:cs typeface="Times New Roman"/>
              </a:rPr>
              <a:t>Problem Statement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ADF4C-0178-2A76-37B5-063925790B62}"/>
              </a:ext>
            </a:extLst>
          </p:cNvPr>
          <p:cNvSpPr txBox="1"/>
          <p:nvPr/>
        </p:nvSpPr>
        <p:spPr>
          <a:xfrm>
            <a:off x="914400" y="3319272"/>
            <a:ext cx="10424160" cy="9130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Olympic data spans games, sports, events, athletes, regions and medals across many years.</a:t>
            </a:r>
            <a:endParaRPr lang="en-US" dirty="0"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  <a:defRPr sz="150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The raw relational data is difficult to interpret directly and requires structured analysis.</a:t>
            </a:r>
          </a:p>
          <a:p>
            <a:pPr>
              <a:spcAft>
                <a:spcPts val="500"/>
              </a:spcAft>
              <a:defRPr sz="150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The project transforms the data into actionable insights using SQL/EDA and an interactive Power BI dashboard.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7E126-BC39-EC41-E4D7-C41E0A543962}"/>
              </a:ext>
            </a:extLst>
          </p:cNvPr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5639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276562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2680542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What the analysis is designed to achieve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10744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73152" cy="804672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252728"/>
            <a:ext cx="292407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1. Explore Olympic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19"/>
            <a:ext cx="10332720" cy="300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 Understand games, sports, events and participation across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48256"/>
            <a:ext cx="10744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2048256"/>
            <a:ext cx="73152" cy="80467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185416"/>
            <a:ext cx="318625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2. Analyze athlete 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0332720" cy="300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Study gender, age and participation by sport.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80944"/>
            <a:ext cx="10744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2980944"/>
            <a:ext cx="73152" cy="804672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3118104"/>
            <a:ext cx="329058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3. Evaluate regional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11296"/>
            <a:ext cx="10332720" cy="300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Compare NOCs/regions by participation and medal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13632"/>
            <a:ext cx="10744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3913632"/>
            <a:ext cx="73152" cy="80467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2"/>
            <a:ext cx="259314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4. Analyze medal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43984"/>
            <a:ext cx="10332720" cy="300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Identify medal trends across games, sports and regions.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744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73152" cy="804672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32944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5. Build an interactive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10332720" cy="300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Present the analysis through KPIs, visuals, filters and navigation.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316958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25907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End-to-end workflow and final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440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73152" cy="150876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234439"/>
            <a:ext cx="202581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1.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1"/>
            <a:ext cx="5029200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Normalized Olympic database with linked tables for games, cities, sports, events, athletes, regions and medals.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Relationships established for analytical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40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1097280"/>
            <a:ext cx="73152" cy="150876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39"/>
            <a:ext cx="157844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2. SQL &amp;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1"/>
            <a:ext cx="5029200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SQL queries for exploration, aggregation, ranking, trends and comparisons.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EDA findings used to identify the main analytical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5440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2788920"/>
            <a:ext cx="73152" cy="150876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79"/>
            <a:ext cx="236083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3. Power BI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19272"/>
            <a:ext cx="5029200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Five analytical pages: Overview, Sports &amp; Events, Participants, Regional Analysis and Medal Analysis.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Interactive KPIs, charts, filters and page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440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73152" cy="150876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79"/>
            <a:ext cx="188705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4. Final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19272"/>
            <a:ext cx="5029200" cy="55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MECE dashboard framework and presentation-ready analytical story.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Project documentation and supporting deliverables.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709160"/>
            <a:ext cx="9966960" cy="868680"/>
          </a:xfrm>
          <a:prstGeom prst="roundRect">
            <a:avLst/>
          </a:prstGeom>
          <a:solidFill>
            <a:srgbClr val="DC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53348" y="4919472"/>
            <a:ext cx="825482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Data → SQL → EDA → Power BI Modeling → Dashboard →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33493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EDA &amp; 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40751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Key analytical questions addressed during exploratory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6118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1874519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26003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Olympic Games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1"/>
            <a:ext cx="32004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Games by season and decade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Host cities and hosting frequency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Sports and event counts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Event trends over time and gender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097280"/>
            <a:ext cx="36118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8536" y="1097280"/>
            <a:ext cx="73152" cy="1874519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1234439"/>
            <a:ext cx="245932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Athletes &amp; Participation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627631"/>
            <a:ext cx="3200400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Participant gender distribution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Age distribution and average age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Participation by sport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Participation trends across Olympic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097280"/>
            <a:ext cx="36118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74152" y="1097280"/>
            <a:ext cx="73152" cy="1874519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2752" y="1234439"/>
            <a:ext cx="178286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Regions &amp; NOCs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627631"/>
            <a:ext cx="3200400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Participating regions/NOCs by games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Participant counts by region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Top participating countries/regions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Regional participation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3310128"/>
            <a:ext cx="36118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95728" y="3310128"/>
            <a:ext cx="73152" cy="1874519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24328" y="3447288"/>
            <a:ext cx="160890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Medal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3840480"/>
            <a:ext cx="32004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Total medals and medal types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Gold-medal leaders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Medals by sport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Medal distribution across regions and games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310128"/>
            <a:ext cx="36118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1344" y="3310128"/>
            <a:ext cx="73152" cy="1874519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9944" y="3447288"/>
            <a:ext cx="153356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EDA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40480"/>
            <a:ext cx="3200400" cy="11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Exploratory analysis established the main trends and comparisons used in the Power BI dashboard.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SQL aggregations and validation supported the analytical calculations.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28907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Power BI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39340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Five-page interactive dashboard and the questions it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73152" cy="141732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188719"/>
            <a:ext cx="215155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1. Olympic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23317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Games by season and decade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Top host cities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Olympic events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05156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01568" y="1051560"/>
            <a:ext cx="73152" cy="141732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0168" y="1188719"/>
            <a:ext cx="192873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2. Sports &amp;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581912"/>
            <a:ext cx="23317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Sports by season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Events by sport and gender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Sport participation trends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05156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0216" y="1051560"/>
            <a:ext cx="73152" cy="141732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8816" y="1188719"/>
            <a:ext cx="154080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3. Participants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1581912"/>
            <a:ext cx="2331720" cy="797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Participants by gender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Age distribution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• Participation by 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1051560"/>
            <a:ext cx="248716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98864" y="1051560"/>
            <a:ext cx="73152" cy="141732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27464" y="1188719"/>
            <a:ext cx="205774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4. Regional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2270" y="1545042"/>
            <a:ext cx="2468978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Top regions by participation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Participating regions over time</a:t>
            </a:r>
          </a:p>
          <a:p>
            <a:pPr>
              <a:spcAft>
                <a:spcPts val="500"/>
              </a:spcAft>
              <a:defRPr sz="125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Medal distribution across regions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003" y="2788920"/>
            <a:ext cx="38404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4874" y="2666017"/>
            <a:ext cx="73152" cy="160020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6604" y="2815466"/>
            <a:ext cx="182691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5. Medal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604" y="3282401"/>
            <a:ext cx="34290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Medals over Olympic years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Top regions by gold medals</a:t>
            </a:r>
          </a:p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Medal distribution by sport and games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8707" y="2813501"/>
            <a:ext cx="5623560" cy="1600200"/>
          </a:xfrm>
          <a:prstGeom prst="round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41405" y="2971800"/>
            <a:ext cx="2919389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Dashboard Headline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34" y="3456432"/>
            <a:ext cx="494693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50" b="1">
                <a:solidFill>
                  <a:srgbClr val="DCEEF9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Total Olympic Games  •  Total Sports  •  Total Events</a:t>
            </a:r>
            <a:br>
              <a:rPr>
                <a:latin typeface="Times New Roman"/>
                <a:cs typeface="Times New Roman"/>
              </a:rPr>
            </a:br>
            <a:r>
              <a:rPr>
                <a:latin typeface="Times New Roman"/>
                <a:cs typeface="Times New Roman"/>
              </a:rPr>
              <a:t>Total Participants  •  Total Medals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516" y="4890074"/>
            <a:ext cx="99212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77645" y="4890074"/>
            <a:ext cx="73152" cy="105156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2503" y="4941201"/>
            <a:ext cx="254762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Overall Dashboard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503" y="5260652"/>
            <a:ext cx="95343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746"/>
                </a:solidFill>
                <a:latin typeface="Aptos"/>
              </a:defRPr>
            </a:pPr>
            <a:r>
              <a:rPr dirty="0">
                <a:latin typeface="Times New Roman"/>
                <a:cs typeface="Times New Roman"/>
              </a:rPr>
              <a:t>Combines historical trends, athlete demographics, regional participation and medal performance in one interactive analytical 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9255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35605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Normalized Power BI data model used for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14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Core relationships connect Games → Competitors → Events/Medals and Persons → Regions, with Sports and Cities supporting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1B592-F4D3-78D8-410C-E77DAEB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61" y="1068147"/>
            <a:ext cx="10287001" cy="52256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2470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Project Repository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32197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Versioned project outputs shared through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442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160020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97201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10332720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All project deliverables have been added to the GitHub repository.</a:t>
            </a:r>
          </a:p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The repository provides a centralized location for the completed project work and supporting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214884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23192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Included Project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475488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SQL queries and database analysis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EDA outputs and analytical findings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Power BI dashboard and report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MECE framework / project documentation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Presentation materials and supporting deliverables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6324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3063240"/>
            <a:ext cx="73152" cy="214884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192071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Repository 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93592"/>
            <a:ext cx="48006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Keeps the project organized and reproducible.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Makes the completed analytical workflow easier to review and share.</a:t>
            </a:r>
          </a:p>
          <a:p>
            <a:pPr>
              <a:spcAft>
                <a:spcPts val="500"/>
              </a:spcAft>
              <a:defRPr sz="14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Provides a single reference point for the final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83896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32106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Final takeaway from the Sports Analytics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442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2331720"/>
          </a:xfrm>
          <a:prstGeom prst="rect">
            <a:avLst/>
          </a:prstGeom>
          <a:solidFill>
            <a:srgbClr val="16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54734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1033272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The project transformed a complex Olympic dataset into a structured analytical solution.</a:t>
            </a:r>
          </a:p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SQL and EDA were used to explore and validate patterns across games, sports, athletes, regions and medals.</a:t>
            </a:r>
          </a:p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Power BI converted these findings into an interactive five-page dashboard with focused KPIs and visual analysis.</a:t>
            </a:r>
          </a:p>
          <a:p>
            <a:pPr>
              <a:spcAft>
                <a:spcPts val="500"/>
              </a:spcAft>
              <a:defRPr sz="16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The final solution supports clear comparison of participation, event growth, regional representation and medal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107442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73152" cy="1645920"/>
          </a:xfrm>
          <a:prstGeom prst="rect">
            <a:avLst/>
          </a:prstGeom>
          <a:solidFill>
            <a:srgbClr val="07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219002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5A8A"/>
                </a:solidFill>
                <a:latin typeface="Aptos Display"/>
              </a:defRPr>
            </a:pPr>
            <a:r>
              <a:rPr>
                <a:latin typeface="Times New Roman"/>
                <a:cs typeface="Times New Roman"/>
              </a:rPr>
              <a:t>End-to-End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25112"/>
            <a:ext cx="10332720" cy="618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Data Preparation → SQL Analysis → EDA → Power BI Modeling → Interactive Dashboard → Insights</a:t>
            </a:r>
          </a:p>
          <a:p>
            <a:pPr>
              <a:spcAft>
                <a:spcPts val="500"/>
              </a:spcAft>
              <a:defRPr sz="1500">
                <a:solidFill>
                  <a:srgbClr val="23374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The project demonstrates practical skills in data analysis, relational data modeling, visualization and analytical storytelling.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910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8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60</cp:revision>
  <dcterms:created xsi:type="dcterms:W3CDTF">2013-01-27T09:14:16Z</dcterms:created>
  <dcterms:modified xsi:type="dcterms:W3CDTF">2026-09-05T11:32:41Z</dcterms:modified>
  <cp:category/>
</cp:coreProperties>
</file>